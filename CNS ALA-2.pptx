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9DB9EB"/>
                </a:solidFill>
                <a:latin typeface="Aptos"/>
              </a:rPr>
              <a:t>CYBERSECURITY • CONTROLLED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8229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Malware Behavior
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8892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DBE4F3"/>
                </a:solidFill>
                <a:latin typeface="Aptos"/>
              </a:rPr>
              <a:t>Viruses • Worms • Trojans — safely modeled in 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6583680" cy="1600200"/>
          </a:xfrm>
          <a:prstGeom prst="roundRect">
            <a:avLst/>
          </a:prstGeom>
          <a:solidFill>
            <a:srgbClr val="1E2E4A"/>
          </a:solidFill>
          <a:ln>
            <a:solidFill>
              <a:srgbClr val="4158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404164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DB9EB"/>
                </a:solidFill>
                <a:latin typeface="Aptos"/>
              </a:rPr>
              <a:t>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315968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Roy Devant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404164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DB9EB"/>
                </a:solidFill>
                <a:latin typeface="Aptos"/>
              </a:rPr>
              <a:t>ENROLLMENT 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431596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241105060114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800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DB9EB"/>
                </a:solidFill>
                <a:latin typeface="Aptos"/>
              </a:rPr>
              <a:t>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0749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CNS ALA-2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46304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VIRUS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51460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78DCA0"/>
                </a:solidFill>
                <a:latin typeface="Aptos"/>
              </a:rPr>
              <a:t>WORM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56616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CD64"/>
                </a:solidFill>
                <a:latin typeface="Aptos"/>
              </a:rPr>
              <a:t>TROJAN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0292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9DB9EB"/>
                </a:solidFill>
                <a:latin typeface="Aptos"/>
              </a:rPr>
              <a:t>SAFE • INERT • CONTROLLED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6233A"/>
                </a:solidFill>
                <a:latin typeface="Aptos"/>
              </a:rPr>
              <a:t>Aim &amp; Safety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0233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285F4"/>
                </a:solidFill>
                <a:latin typeface="Aptos"/>
              </a:rPr>
              <a:t>01 •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57285"/>
                </a:solidFill>
                <a:latin typeface="Aptos"/>
              </a:rPr>
              <a:t>Malware Simulation  •  CNS ALA-2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57285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5156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6233A"/>
                </a:solidFill>
                <a:latin typeface="Aptos"/>
              </a:rPr>
              <a:t>What the activity demonstrates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6492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Model virus replication using only in-memory objects.</a:t>
            </a:r>
          </a:p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Model worm-style propagation across a fixed simulated graph.</a:t>
            </a:r>
          </a:p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Model Trojan disguise and reveal a harmless simulated hidden behavior.</a:t>
            </a:r>
          </a:p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Analyze the differences, impacts and defensive lessons.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554480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554480"/>
            <a:ext cx="64008" cy="1143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71907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NO REAL INFECTION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084831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No files, devices or systems are infected.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971800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2971800"/>
            <a:ext cx="64008" cy="1143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313639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NO NETWORK ACTIVITY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502152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No scanning, sockets or external connections.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389120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4389120"/>
            <a:ext cx="64008" cy="11430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455371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NO DESTRUCTIVE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919472"/>
            <a:ext cx="3246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No deletion, encryption, persistence or credential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6233A"/>
                </a:solidFill>
                <a:latin typeface="Aptos"/>
              </a:rPr>
              <a:t>Virus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0233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285F4"/>
                </a:solidFill>
                <a:latin typeface="Aptos"/>
              </a:rPr>
              <a:t>02 • VIRUS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57285"/>
                </a:solidFill>
                <a:latin typeface="Aptos"/>
              </a:rPr>
              <a:t>Malware Simulation  •  CNS ALA-2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57285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5156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6233A"/>
                </a:solidFill>
                <a:latin typeface="Aptos"/>
              </a:rPr>
              <a:t>Concept: replication through a 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The simulator creates a fixed list of fictional filenames.</a:t>
            </a:r>
          </a:p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One object is marked as initially infected.</a:t>
            </a:r>
          </a:p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The simulation copies an infection marker to other in-memory objects.</a:t>
            </a:r>
          </a:p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The final state shows how replication can increase the infected 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60020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600200"/>
            <a:ext cx="64008" cy="1234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76479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30552"/>
            <a:ext cx="3246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document_A.txt, document_B.txt, report_C.txt, notes_D.txt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10896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3108960"/>
            <a:ext cx="64008" cy="1234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327355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639312"/>
            <a:ext cx="3246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In-memory boolean infection markers are changed.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617720"/>
            <a:ext cx="3657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4617720"/>
            <a:ext cx="64008" cy="9144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478231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514807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All simulated objects become marked.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6233A"/>
                </a:solidFill>
                <a:latin typeface="Aptos"/>
              </a:rPr>
              <a:t>Worm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0233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285F4"/>
                </a:solidFill>
                <a:latin typeface="Aptos"/>
              </a:rPr>
              <a:t>03 • WORM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57285"/>
                </a:solidFill>
                <a:latin typeface="Aptos"/>
              </a:rPr>
              <a:t>Malware Simulation  •  CNS ALA-2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57285"/>
                </a:solidFill>
                <a:latin typeface="Apto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5156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6233A"/>
                </a:solidFill>
                <a:latin typeface="Aptos"/>
              </a:rPr>
              <a:t>Concept: autonomous propagation across connected nodes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Hosts are represented as nodes in a fixed graph.</a:t>
            </a:r>
          </a:p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A queue performs controlled breadth-first traversal.</a:t>
            </a:r>
          </a:p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Each newly reached host is marked as simulated-infected.</a:t>
            </a:r>
          </a:p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No IP addresses, sockets or network traffic are involved.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60020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600200"/>
            <a:ext cx="64008" cy="1234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76479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Network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30552"/>
            <a:ext cx="3246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Host-A → Host-B / Host-C → Host-D / Host-E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10896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3108960"/>
            <a:ext cx="64008" cy="1234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327355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Propagation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639312"/>
            <a:ext cx="3246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New nodes are added to an in-memory set.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617720"/>
            <a:ext cx="3657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4617720"/>
            <a:ext cx="64008" cy="9144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478231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514807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Propagation pattern is printed to the terminal.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6233A"/>
                </a:solidFill>
                <a:latin typeface="Aptos"/>
              </a:rPr>
              <a:t>Trojan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0233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285F4"/>
                </a:solidFill>
                <a:latin typeface="Aptos"/>
              </a:rPr>
              <a:t>04 • TROJAN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57285"/>
                </a:solidFill>
                <a:latin typeface="Aptos"/>
              </a:rPr>
              <a:t>Malware Simulation  •  CNS ALA-2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57285"/>
                </a:solidFill>
                <a:latin typeface="Apto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5156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6233A"/>
                </a:solidFill>
                <a:latin typeface="Aptos"/>
              </a:rPr>
              <a:t>Concept: disguise and social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A fictional installer is presented as a legitimate application.</a:t>
            </a:r>
          </a:p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The program is marked as executed in memory.</a:t>
            </a:r>
          </a:p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The simulated hidden behavior is only a printed warning.</a:t>
            </a:r>
          </a:p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This demonstrates the deception concept without executing a payload.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60020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600200"/>
            <a:ext cx="64008" cy="1234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76479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User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30552"/>
            <a:ext cx="3246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“FreeGameInstaller” appears legitimate.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10896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3108960"/>
            <a:ext cx="64008" cy="1234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327355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Hidden behavior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639312"/>
            <a:ext cx="3246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Simulation reveals a harmless warning.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617720"/>
            <a:ext cx="3657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4617720"/>
            <a:ext cx="64008" cy="9144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478231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Lesson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514807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Trust and execution are major security factors.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6233A"/>
                </a:solidFill>
                <a:latin typeface="Aptos"/>
              </a:rPr>
              <a:t>Virus vs Worm vs Trojan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0233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285F4"/>
                </a:solidFill>
                <a:latin typeface="Aptos"/>
              </a:rPr>
              <a:t>05 •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57285"/>
                </a:solidFill>
                <a:latin typeface="Aptos"/>
              </a:rPr>
              <a:t>Malware Simulation  •  CNS ALA-2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57285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600200"/>
            <a:ext cx="64008" cy="1828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6479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Virus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30552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Replication through a host object; usually requires execution of the host.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6002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600200"/>
            <a:ext cx="64008" cy="1828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76479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Worm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130552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Self-propagating model across connected hosts; propagation is the key behavior.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6002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600200"/>
            <a:ext cx="64008" cy="18288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76479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Trojan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130552"/>
            <a:ext cx="3017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Disguised software that relies on user trust or deception to get executed.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690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6233A"/>
                </a:solidFill>
                <a:latin typeface="Aptos"/>
              </a:rPr>
              <a:t>Security perspective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26280"/>
            <a:ext cx="10149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Virus → protect files and applications.</a:t>
            </a:r>
          </a:p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Worm → segment networks and monitor unusual propagation.</a:t>
            </a:r>
          </a:p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Trojan → verify software sources and educate users about social engineering.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6233A"/>
                </a:solidFill>
                <a:latin typeface="Aptos"/>
              </a:rPr>
              <a:t>Expected Simulation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0233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285F4"/>
                </a:solidFill>
                <a:latin typeface="Aptos"/>
              </a:rPr>
              <a:t>06 •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57285"/>
                </a:solidFill>
                <a:latin typeface="Aptos"/>
              </a:rPr>
              <a:t>Malware Simulation  •  CNS ALA-2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57285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64008" cy="822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490472"/>
            <a:ext cx="10287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1. VIRUS SIMULATION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856231"/>
            <a:ext cx="10287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Shows initial in-memory file state and simulated replication events.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2316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423160"/>
            <a:ext cx="64008" cy="8229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587752"/>
            <a:ext cx="10287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2. WORM 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53512"/>
            <a:ext cx="10287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Shows controlled propagation such as Host-A → Host-B → Host-D.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520440"/>
            <a:ext cx="64008" cy="82296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685032"/>
            <a:ext cx="10287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3. TROJAN SIMULATION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50791"/>
            <a:ext cx="10287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Shows a fictional application launch and a harmless hidden-behavior warning.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1772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617720"/>
            <a:ext cx="64008" cy="8229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782312"/>
            <a:ext cx="10287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4. SIMULATION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148072"/>
            <a:ext cx="10287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Confirms the three conceptual behaviors and the safety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9788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57285"/>
                </a:solidFill>
                <a:latin typeface="Aptos"/>
              </a:rPr>
              <a:t>For the GMIU submission: run the code and capture the terminal window showing these sections.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6233A"/>
                </a:solidFill>
                <a:latin typeface="Aptos"/>
              </a:rPr>
              <a:t>How to Run the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0233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285F4"/>
                </a:solidFill>
                <a:latin typeface="Aptos"/>
              </a:rPr>
              <a:t>07 • PROCEDURE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57285"/>
                </a:solidFill>
                <a:latin typeface="Aptos"/>
              </a:rPr>
              <a:t>Malware Simulation  •  CNS ALA-2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57285"/>
                </a:solidFill>
                <a:latin typeface="Apto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5156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6233A"/>
                </a:solidFill>
                <a:latin typeface="Aptos"/>
              </a:rPr>
              <a:t>Step-by-step execution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64008" cy="1051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10512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Save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76272"/>
            <a:ext cx="466344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Save the file as safe_malware_simulator.py.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4592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45920"/>
            <a:ext cx="64008" cy="1051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10512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Open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76272"/>
            <a:ext cx="466344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Open a terminal / command prompt in that folder.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6324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063240"/>
            <a:ext cx="64008" cy="1051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27832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593592"/>
            <a:ext cx="466344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Execute: python safe_malware_simulator.py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06324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063240"/>
            <a:ext cx="64008" cy="1051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227832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Observe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593592"/>
            <a:ext cx="466344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Read the three simulation sections and summary.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48056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480560"/>
            <a:ext cx="64008" cy="1051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645152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Capture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010912"/>
            <a:ext cx="466344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Take a screenshot of the terminal output.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48056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4480560"/>
            <a:ext cx="64008" cy="1051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645152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Submit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010912"/>
            <a:ext cx="466344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Upload the code + screenshot + report to GMIU.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6233A"/>
                </a:solidFill>
                <a:latin typeface="Aptos"/>
              </a:rPr>
              <a:t>Impact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0233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285F4"/>
                </a:solidFill>
                <a:latin typeface="Aptos"/>
              </a:rPr>
              <a:t>08 •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57285"/>
                </a:solidFill>
                <a:latin typeface="Aptos"/>
              </a:rPr>
              <a:t>Malware Simulation  •  CNS ALA-2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57285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10515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508760"/>
            <a:ext cx="64008" cy="10241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73351"/>
            <a:ext cx="10104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Virus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39112"/>
            <a:ext cx="10104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Potentially modifies or damages host files and can spread when infected content executes.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26080"/>
            <a:ext cx="10515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26080"/>
            <a:ext cx="64008" cy="102412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90672"/>
            <a:ext cx="10104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Worm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56432"/>
            <a:ext cx="10104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Can spread rapidly between connected systems, consume resources and increase incident scope.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343400"/>
            <a:ext cx="10515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343400"/>
            <a:ext cx="64008" cy="1024128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07992"/>
            <a:ext cx="10104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Trojan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73752"/>
            <a:ext cx="10104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Can trick users into executing unwanted software, potentially exposing data or enabling further compromise.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>
                <a:solidFill>
                  <a:srgbClr val="657285"/>
                </a:solidFill>
                <a:latin typeface="Aptos"/>
              </a:rPr>
              <a:t>Impact varies with privileges, payload, environment and security controls.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6233A"/>
                </a:solidFill>
                <a:latin typeface="Aptos"/>
              </a:rPr>
              <a:t>Defensive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0233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285F4"/>
                </a:solidFill>
                <a:latin typeface="Aptos"/>
              </a:rPr>
              <a:t>09 •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57285"/>
                </a:solidFill>
                <a:latin typeface="Aptos"/>
              </a:rPr>
              <a:t>Malware Simulation  •  CNS ALA-2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57285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Use reputable software sources and verify downloads.</a:t>
            </a:r>
          </a:p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Keep operating systems and applications patched.</a:t>
            </a:r>
          </a:p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Apply least privilege and strong access controls.</a:t>
            </a:r>
          </a:p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Segment networks to limit propagation.</a:t>
            </a:r>
          </a:p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Monitor unusual processes, file changes and network behavior.</a:t>
            </a:r>
          </a:p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Maintain backups and an incident-response plan.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554480"/>
            <a:ext cx="42976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1554480"/>
            <a:ext cx="64008" cy="1188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719072"/>
            <a:ext cx="3886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Endpoint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084831"/>
            <a:ext cx="3886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Detect suspicious files, processes and behavior.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017520"/>
            <a:ext cx="42976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20840" y="3017520"/>
            <a:ext cx="64008" cy="1188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3182112"/>
            <a:ext cx="3886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Network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547872"/>
            <a:ext cx="3886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Segmentation and monitoring reduce propagation.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4480560"/>
            <a:ext cx="42976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20840" y="4480560"/>
            <a:ext cx="64008" cy="118872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4645152"/>
            <a:ext cx="3886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User awareness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010912"/>
            <a:ext cx="3886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Training helps reduce Trojan/social-engineering risk.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6233A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0233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285F4"/>
                </a:solidFill>
                <a:latin typeface="Aptos"/>
              </a:rPr>
              <a:t>10 •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57285"/>
                </a:solidFill>
                <a:latin typeface="Aptos"/>
              </a:rPr>
              <a:t>Malware Simulation  •  CNS ALA-2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57285"/>
                </a:solidFill>
                <a:latin typeface="Apto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6233A"/>
                </a:solidFill>
                <a:latin typeface="Aptos"/>
              </a:rPr>
              <a:t>What the activity demonstrates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6400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Malware families differ mainly in how they replicate, propagate or deceive.</a:t>
            </a:r>
          </a:p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A safe simulator can demonstrate these concepts without implementing harmful capabilities.</a:t>
            </a:r>
          </a:p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The simulated results make the behavior easier to observe and compare.</a:t>
            </a:r>
          </a:p>
          <a:p>
            <a:pPr>
              <a:spcAft>
                <a:spcPts val="1000"/>
              </a:spcAft>
              <a:defRPr sz="1400">
                <a:solidFill>
                  <a:srgbClr val="27303F"/>
                </a:solidFill>
                <a:latin typeface="Aptos"/>
              </a:defRPr>
            </a:pPr>
            <a:r>
              <a:t>• The exercise connects malware behavior to practical defensive controls.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600200"/>
            <a:ext cx="3657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600200"/>
            <a:ext cx="64008" cy="1188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76479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Key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30552"/>
            <a:ext cx="3246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Understanding behavior is more important than executing a real payload.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063240"/>
            <a:ext cx="3657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3063240"/>
            <a:ext cx="64008" cy="1188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322783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Submission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593592"/>
            <a:ext cx="3246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Code + terminal screenshot + report.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526280"/>
            <a:ext cx="3657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4526280"/>
            <a:ext cx="64008" cy="9144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469087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Student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5056632"/>
            <a:ext cx="3246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Roy Devant • 241105060114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6233A"/>
                </a:solidFill>
                <a:latin typeface="Aptos"/>
              </a:rPr>
              <a:t>Submission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0233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285F4"/>
                </a:solidFill>
                <a:latin typeface="Aptos"/>
              </a:rPr>
              <a:t>11 •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57285"/>
                </a:solidFill>
                <a:latin typeface="Aptos"/>
              </a:rPr>
              <a:t>Malware Simulation  •  CNS ALA-2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57285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10424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417320"/>
            <a:ext cx="64008" cy="822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581912"/>
            <a:ext cx="10012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Python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947672"/>
            <a:ext cx="10012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safe_malware_simulator.py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514600"/>
            <a:ext cx="10424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514600"/>
            <a:ext cx="64008" cy="8229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679192"/>
            <a:ext cx="10012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Screenshot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044952"/>
            <a:ext cx="10012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Terminal output showing all simulation sections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611880"/>
            <a:ext cx="10424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611880"/>
            <a:ext cx="64008" cy="82296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776472"/>
            <a:ext cx="10012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42232"/>
            <a:ext cx="10012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Malware_Simulation_Report_Roy_Devant.txt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709159"/>
            <a:ext cx="10424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709159"/>
            <a:ext cx="64008" cy="8229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873751"/>
            <a:ext cx="10012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6233A"/>
                </a:solidFill>
                <a:latin typeface="Aptos"/>
              </a:rPr>
              <a:t>Portal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239512"/>
            <a:ext cx="10012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30" b="0">
                <a:solidFill>
                  <a:srgbClr val="657285"/>
                </a:solidFill>
                <a:latin typeface="Aptos"/>
              </a:rPr>
              <a:t>Upload the required files to the GMIU Web Portal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893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57285"/>
                </a:solidFill>
                <a:latin typeface="Aptos"/>
              </a:rPr>
              <a:t>Keep the screenshot clear enough to read the simulation output.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DB9EB"/>
                </a:solidFill>
                <a:latin typeface="Aptos"/>
              </a:rPr>
              <a:t>CNS • MALWARE BEHAVIOR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15468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0">
                <a:solidFill>
                  <a:srgbClr val="DBE4F3"/>
                </a:solidFill>
                <a:latin typeface="Aptos"/>
              </a:rPr>
              <a:t>Questions •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343400"/>
            <a:ext cx="6309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Roy Devant  •  241105060114  •  CNS ALA-2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71500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9DB9EB"/>
                </a:solidFill>
                <a:latin typeface="Aptos"/>
              </a:rPr>
              <a:t>Safe • Controlled • Educational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Malware Behavior Simulation — Roy Devant</dc:title>
  <dc:subject>Safe Python simulation of Virus, Worm and Trojan behavior</dc:subject>
  <dc:creator>Roy Devant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